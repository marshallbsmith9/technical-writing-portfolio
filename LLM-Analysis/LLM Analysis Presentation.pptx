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46"/>
    <p:restoredTop sz="94717"/>
  </p:normalViewPr>
  <p:slideViewPr>
    <p:cSldViewPr snapToGrid="0">
      <p:cViewPr varScale="1">
        <p:scale>
          <a:sx n="107" d="100"/>
          <a:sy n="107" d="100"/>
        </p:scale>
        <p:origin x="112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5851A-55BA-3A55-C2B7-A41F19FC48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GPQA Benchmark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72481B-3E99-C0D3-9FED-E5F6BD7BF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79" y="3531204"/>
            <a:ext cx="8637073" cy="552065"/>
          </a:xfrm>
        </p:spPr>
        <p:txBody>
          <a:bodyPr/>
          <a:lstStyle/>
          <a:p>
            <a:r>
              <a:rPr lang="en-US" dirty="0"/>
              <a:t>Evaluating Large Language Models In Scientific Reasoning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F7B8E6-EAF9-5860-A98D-69233934E10B}"/>
              </a:ext>
            </a:extLst>
          </p:cNvPr>
          <p:cNvSpPr txBox="1"/>
          <p:nvPr/>
        </p:nvSpPr>
        <p:spPr>
          <a:xfrm>
            <a:off x="2417779" y="4734447"/>
            <a:ext cx="4960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Marshall Smith</a:t>
            </a:r>
          </a:p>
        </p:txBody>
      </p:sp>
    </p:spTree>
    <p:extLst>
      <p:ext uri="{BB962C8B-B14F-4D97-AF65-F5344CB8AC3E}">
        <p14:creationId xmlns:p14="http://schemas.microsoft.com/office/powerpoint/2010/main" val="3180827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CE0E6-D858-5B33-68EA-6A2CBDF44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GPQA?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64288-33D9-F893-FF29-9D8D3B2E1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rigorous benchmark designed to test AI’s graduate-level scientific reasoning</a:t>
            </a:r>
          </a:p>
          <a:p>
            <a:endParaRPr lang="en-US" dirty="0"/>
          </a:p>
          <a:p>
            <a:r>
              <a:rPr lang="en-US" dirty="0"/>
              <a:t>Evaluates AI limitations and strengths in biology, physics, and chemistry</a:t>
            </a:r>
          </a:p>
          <a:p>
            <a:endParaRPr lang="en-US" dirty="0"/>
          </a:p>
          <a:p>
            <a:r>
              <a:rPr lang="en-US" dirty="0"/>
              <a:t>Ensures AI can handle complex, nuanced problems accurately </a:t>
            </a:r>
          </a:p>
        </p:txBody>
      </p:sp>
    </p:spTree>
    <p:extLst>
      <p:ext uri="{BB962C8B-B14F-4D97-AF65-F5344CB8AC3E}">
        <p14:creationId xmlns:p14="http://schemas.microsoft.com/office/powerpoint/2010/main" val="1242640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4D672-1D8D-D11A-3671-C174D6431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the GPQA Dataset Designed?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A4CFA-A162-2B91-1AB9-AAEF4EBD6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448 multiple choice questions known to be “google-proof”</a:t>
            </a:r>
          </a:p>
          <a:p>
            <a:r>
              <a:rPr lang="en-US" dirty="0"/>
              <a:t>Written by an expert</a:t>
            </a:r>
          </a:p>
          <a:p>
            <a:r>
              <a:rPr lang="en-US" dirty="0"/>
              <a:t>Reviewed by another expert and revised</a:t>
            </a:r>
          </a:p>
          <a:p>
            <a:r>
              <a:rPr lang="en-US" dirty="0"/>
              <a:t>Given to a final expert to determine objectivity</a:t>
            </a:r>
          </a:p>
          <a:p>
            <a:r>
              <a:rPr lang="en-US" dirty="0"/>
              <a:t>$30 bonus if both experts get question correct and 2/3 of non experts get question wrong</a:t>
            </a:r>
          </a:p>
        </p:txBody>
      </p:sp>
    </p:spTree>
    <p:extLst>
      <p:ext uri="{BB962C8B-B14F-4D97-AF65-F5344CB8AC3E}">
        <p14:creationId xmlns:p14="http://schemas.microsoft.com/office/powerpoint/2010/main" val="3358850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FBFBF-35B3-D027-EE81-4EFBA6D57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Humans vs.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073F0-ED33-3DDF-B4CA-9770996AE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Expert Scores:</a:t>
            </a:r>
          </a:p>
          <a:p>
            <a:pPr lvl="1"/>
            <a:r>
              <a:rPr lang="en-US" dirty="0"/>
              <a:t>65% accuracy (rises to 74% after error correction)</a:t>
            </a:r>
          </a:p>
          <a:p>
            <a:pPr lvl="1"/>
            <a:r>
              <a:rPr lang="en-US" dirty="0"/>
              <a:t>Non-experts with web access: 34% accuracy</a:t>
            </a:r>
          </a:p>
          <a:p>
            <a:r>
              <a:rPr lang="en-US" dirty="0"/>
              <a:t>AI Performance</a:t>
            </a:r>
          </a:p>
          <a:p>
            <a:pPr lvl="1"/>
            <a:r>
              <a:rPr lang="en-US" dirty="0"/>
              <a:t>GPT-4: 39% accuracy</a:t>
            </a:r>
          </a:p>
          <a:p>
            <a:pPr lvl="1"/>
            <a:r>
              <a:rPr lang="en-US" dirty="0"/>
              <a:t>Best AI (Claude 3.5 Sonnet): 59.4% accuracy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311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F58D3-3675-CBAB-F15E-9DCE16E7F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GPQA Matters – Scalable Oversight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2AAA7-3051-553D-50AA-2B5B55CAD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Helps develop methods to monitor AI smarter than humans</a:t>
            </a:r>
          </a:p>
          <a:p>
            <a:endParaRPr lang="en-US" dirty="0"/>
          </a:p>
          <a:p>
            <a:r>
              <a:rPr lang="en-US" dirty="0"/>
              <a:t>Ensures human experts can oversee AI outputs effectively</a:t>
            </a:r>
          </a:p>
          <a:p>
            <a:endParaRPr lang="en-US" dirty="0"/>
          </a:p>
          <a:p>
            <a:r>
              <a:rPr lang="en-US" dirty="0"/>
              <a:t>Supports scientific research and discovery by improving AI reliability</a:t>
            </a:r>
          </a:p>
        </p:txBody>
      </p:sp>
    </p:spTree>
    <p:extLst>
      <p:ext uri="{BB962C8B-B14F-4D97-AF65-F5344CB8AC3E}">
        <p14:creationId xmlns:p14="http://schemas.microsoft.com/office/powerpoint/2010/main" val="1944665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5B1D6-8E39-A112-1B9F-D8118A179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on AI and Scientific Discovery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0BC3E-7287-10B9-7252-FB0BFC6C4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GPQA pushed AI to think critically and reason deeply</a:t>
            </a:r>
          </a:p>
          <a:p>
            <a:endParaRPr lang="en-US" dirty="0"/>
          </a:p>
          <a:p>
            <a:r>
              <a:rPr lang="en-US" dirty="0"/>
              <a:t>Encourages trustworthy AI development for science</a:t>
            </a:r>
          </a:p>
          <a:p>
            <a:endParaRPr lang="en-US" dirty="0"/>
          </a:p>
          <a:p>
            <a:r>
              <a:rPr lang="en-US" dirty="0"/>
              <a:t>Helps AI contribute meaningfully to scientific advancements</a:t>
            </a:r>
          </a:p>
        </p:txBody>
      </p:sp>
    </p:spTree>
    <p:extLst>
      <p:ext uri="{BB962C8B-B14F-4D97-AF65-F5344CB8AC3E}">
        <p14:creationId xmlns:p14="http://schemas.microsoft.com/office/powerpoint/2010/main" val="1337231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520D7-AFE5-5A0D-C8A7-F4CE6F6AD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8FA5D-B114-C13E-6686-2C591E5AB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GPQA is crucial for AI evaluation and scientific progress</a:t>
            </a:r>
          </a:p>
          <a:p>
            <a:endParaRPr lang="en-US" dirty="0"/>
          </a:p>
          <a:p>
            <a:r>
              <a:rPr lang="en-US" dirty="0"/>
              <a:t>Provides benchmark for AI reasoning and oversight</a:t>
            </a:r>
          </a:p>
          <a:p>
            <a:endParaRPr lang="en-US" dirty="0"/>
          </a:p>
          <a:p>
            <a:r>
              <a:rPr lang="en-US" dirty="0"/>
              <a:t>Helps ensure AI systems are accurate, trustworthy, and beneficial.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47097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1443</TotalTime>
  <Words>233</Words>
  <Application>Microsoft Macintosh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Gallery</vt:lpstr>
      <vt:lpstr>the GPQA Benchmark</vt:lpstr>
      <vt:lpstr>What is GPQA?</vt:lpstr>
      <vt:lpstr>How is the GPQA Dataset Designed?</vt:lpstr>
      <vt:lpstr>Humans vs. AI</vt:lpstr>
      <vt:lpstr>Why GPQA Matters – Scalable Oversight</vt:lpstr>
      <vt:lpstr>Impact on AI and Scientific Discovery</vt:lpstr>
      <vt:lpstr>Final Thoughts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Marshall Smith</dc:creator>
  <cp:lastModifiedBy>Marshall Smith</cp:lastModifiedBy>
  <cp:revision>5</cp:revision>
  <dcterms:created xsi:type="dcterms:W3CDTF">2025-03-02T23:42:15Z</dcterms:created>
  <dcterms:modified xsi:type="dcterms:W3CDTF">2026-02-07T21:24:43Z</dcterms:modified>
</cp:coreProperties>
</file>